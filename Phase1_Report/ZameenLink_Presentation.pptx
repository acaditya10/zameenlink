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ZameenLink</a:t>
            </a:r>
          </a:p>
          <a:p>
            <a:r>
              <a:t>ML-Based Property Price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Phase-2 Review 1</a:t>
            </a:r>
          </a:p>
          <a:p/>
          <a:p>
            <a:r>
              <a:t>Team Members:</a:t>
            </a:r>
          </a:p>
          <a:p>
            <a:r>
              <a:t>[Member Name 1]</a:t>
            </a:r>
          </a:p>
          <a:p>
            <a:r>
              <a:t>[Member Name 2]</a:t>
            </a:r>
          </a:p>
          <a:p>
            <a:r>
              <a:t>[Member Name 3]</a:t>
            </a:r>
          </a:p>
          <a:p/>
          <a:p>
            <a:r>
              <a:t>Supervisor:</a:t>
            </a:r>
          </a:p>
          <a:p>
            <a:r>
              <a:t>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aim of the project is to implement a complete Machine Learning-based property price prediction system for Bhopal with integrated scam detection.</a:t>
            </a:r>
          </a:p>
          <a:p/>
          <a:p>
            <a:r>
              <a:t>Motivation:</a:t>
            </a:r>
          </a:p>
          <a:p>
            <a:r>
              <a:t>- Address the issue of property scams and inaccurate valuations.</a:t>
            </a:r>
          </a:p>
          <a:p>
            <a:r>
              <a:t>- Provide a transparent platform for buyers and sellers.</a:t>
            </a:r>
          </a:p>
          <a:p/>
          <a:p>
            <a:r>
              <a:t>Purpose:</a:t>
            </a:r>
          </a:p>
          <a:p>
            <a:r>
              <a:t>- Train and compare three ML models (Linear Regression, Random Forest, XGBoost).</a:t>
            </a:r>
          </a:p>
          <a:p>
            <a:r>
              <a:t>- Provide accurate property valuations.</a:t>
            </a:r>
          </a:p>
          <a:p>
            <a:r>
              <a:t>- Detect overpriced listings (Scam Detection).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Clarity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Real estate markets often suffer from information asymmetry, leading to scams and inflated prices. Buyers lack tools to verify fair market prices.</a:t>
            </a:r>
          </a:p>
          <a:p/>
          <a:p>
            <a:r>
              <a:t>Significance:</a:t>
            </a:r>
          </a:p>
          <a:p>
            <a:r>
              <a:t>- Real-time Predictions: Instant fair value estimation.</a:t>
            </a:r>
          </a:p>
          <a:p>
            <a:r>
              <a:t>- Scam Detection: Flags properties overpriced by &gt;20%.</a:t>
            </a:r>
          </a:p>
          <a:p>
            <a:r>
              <a:t>- Data-Driven Decisions: Empowers users with ML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Feasibility:</a:t>
            </a:r>
          </a:p>
          <a:p>
            <a:r>
              <a:t>- Technical: Uses proven ML stack (Python, Scikit-learn, React).</a:t>
            </a:r>
          </a:p>
          <a:p>
            <a:r>
              <a:t>- Data: Synthetic data generation module ensures data availability for training.</a:t>
            </a:r>
          </a:p>
          <a:p>
            <a:r>
              <a:t>- Integration: Flask backend + React frontend is a standard, robust architecture.</a:t>
            </a:r>
          </a:p>
          <a:p/>
          <a:p>
            <a:r>
              <a:t>Scope:</a:t>
            </a:r>
          </a:p>
          <a:p>
            <a:r>
              <a:t>- Geography: Bhopal, India.</a:t>
            </a:r>
          </a:p>
          <a:p>
            <a:r>
              <a:t>- Features: Price Prediction, Heatmap, Scam Alerts, Comparable Listings.</a:t>
            </a:r>
          </a:p>
          <a:p>
            <a:r>
              <a:t>- Platforms: Web Application (Responsive).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Solutions:</a:t>
            </a:r>
          </a:p>
          <a:p>
            <a:r>
              <a:t>- MagicBricks, 99Acres (Listing platforms).</a:t>
            </a:r>
          </a:p>
          <a:p/>
          <a:p>
            <a:r>
              <a:t>Limitations of Existing Systems:</a:t>
            </a:r>
          </a:p>
          <a:p>
            <a:r>
              <a:t>- Focus on listings, not fair price validation.</a:t>
            </a:r>
          </a:p>
          <a:p>
            <a:r>
              <a:t>- Lack of automated scam detection based on price deviation.</a:t>
            </a:r>
          </a:p>
          <a:p/>
          <a:p>
            <a:r>
              <a:t>ZameenLink Differences:</a:t>
            </a:r>
          </a:p>
          <a:p>
            <a:r>
              <a:t>- ML-based Fair Price Prediction.</a:t>
            </a:r>
          </a:p>
          <a:p>
            <a:r>
              <a:t>- Active Scam Detection (Critical, High, Medium Risk flags).</a:t>
            </a:r>
          </a:p>
          <a:p>
            <a:r>
              <a:t>- Detailed Model Performance Metrics for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Backend Processing:</a:t>
            </a:r>
          </a:p>
          <a:p>
            <a:r>
              <a:t>   - Flask API, Data Preprocessing, ML Model Training (RF, XGB, LR).</a:t>
            </a:r>
          </a:p>
          <a:p>
            <a:r>
              <a:t>   - Scam Detection Logic.</a:t>
            </a:r>
          </a:p>
          <a:p/>
          <a:p>
            <a:r>
              <a:t>2. Frontend Interface:</a:t>
            </a:r>
          </a:p>
          <a:p>
            <a:r>
              <a:t>   - React.js UI, Leaflet Interactive Map, Recharts for Analytics.</a:t>
            </a:r>
          </a:p>
          <a:p>
            <a:r>
              <a:t>   - Search &amp; Prediction Panel.</a:t>
            </a:r>
          </a:p>
          <a:p/>
          <a:p>
            <a:r>
              <a:t>3. Data Engine:</a:t>
            </a:r>
          </a:p>
          <a:p>
            <a:r>
              <a:t>   - Synthetic Data Generator (Bhopal specific).</a:t>
            </a:r>
          </a:p>
          <a:p>
            <a:r>
              <a:t>   - Feature Engineering (Distance to landmarks, etc.).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</a:t>
            </a:r>
          </a:p>
          <a:p>
            <a:r>
              <a:t>- Scikit-learn, XGBoost (Machine Learning)</a:t>
            </a:r>
          </a:p>
          <a:p>
            <a:r>
              <a:t>- Flask, Python (Backend)</a:t>
            </a:r>
          </a:p>
          <a:p>
            <a:r>
              <a:t>- React, Leaflet, Tailwind CSS (Frontend)</a:t>
            </a:r>
          </a:p>
          <a:p>
            <a:r>
              <a:t>- Pandas, NumPy (Data Processing)</a:t>
            </a:r>
          </a:p>
          <a:p/>
          <a:p>
            <a:r>
              <a:t>Methodologies:</a:t>
            </a:r>
          </a:p>
          <a:p>
            <a:r>
              <a:t>- Random Forest Regression</a:t>
            </a:r>
          </a:p>
          <a:p>
            <a:r>
              <a:t>- Gradient Boosting (XGBoost)</a:t>
            </a:r>
          </a:p>
          <a:p>
            <a:r>
              <a:t>- Geospatial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